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78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31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5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97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42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0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14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1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73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Retail Sales Intelligence Dashboard</a:t>
            </a:r>
          </a:p>
          <a:p>
            <a:r>
              <a:t>(BI + Machine Learning)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End-to-End Data Analytics Project</a:t>
            </a:r>
          </a:p>
          <a:p>
            <a:r>
              <a:t>ETL • PostgreSQL • Machine Learning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an end-to-end Business Intelligence solution using real-world retail data</a:t>
            </a:r>
          </a:p>
          <a:p>
            <a:r>
              <a:t>Integrated ETL pipeline, database modeling, machine learning, and dashboards</a:t>
            </a:r>
          </a:p>
          <a:p>
            <a:r>
              <a:t>Goal: Enable descriptive, diagnostic, and predictive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UCI Online Retail Dataset</a:t>
            </a:r>
          </a:p>
          <a:p>
            <a:r>
              <a:t>Transactional data containing invoices, customers, products, dates, and revenue</a:t>
            </a:r>
          </a:p>
          <a:p>
            <a:r>
              <a:t>Data period: 2010–2011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Extract: Raw Excel data ingested using Python</a:t>
            </a:r>
          </a:p>
          <a:p>
            <a:r>
              <a:t>Transform: Data cleaning, feature engineering, and dimensional modeling</a:t>
            </a:r>
          </a:p>
          <a:p>
            <a:r>
              <a:t>Load: Final fact and dimension tables loaded into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 schema design for analytics performance</a:t>
            </a:r>
          </a:p>
          <a:p>
            <a:r>
              <a:t>Fact table: fact_sales (transactions and revenue)</a:t>
            </a:r>
          </a:p>
          <a:p>
            <a:r>
              <a:t>Dimension tables: customers, products,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Learning: 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Applied RFM (Recency, Frequency, Monetary) analysis</a:t>
            </a:r>
          </a:p>
          <a:p>
            <a:r>
              <a:t>Used K-Means clustering to segment customers</a:t>
            </a:r>
          </a:p>
          <a:p>
            <a:r>
              <a:t>Identified high-value, loyal, at-risk, and low-value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Learning: Sales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Prophet time-series model for sales prediction</a:t>
            </a:r>
          </a:p>
          <a:p>
            <a:r>
              <a:t>Generated future sales estimates with confidence intervals</a:t>
            </a:r>
          </a:p>
          <a:p>
            <a:r>
              <a:t>Forecast horizon: Next 90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 1: Executive Sales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KPIs: Total Sales, Total Customers, Orders, Average Order Value</a:t>
            </a:r>
          </a:p>
          <a:p>
            <a:r>
              <a:t>Sales trend analysis over time</a:t>
            </a:r>
          </a:p>
          <a:p>
            <a:r>
              <a:t>Revenue breakdown by country and top 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Dashboard Page 2: Customer Segmentation (ML)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distribution across ML-derived segments</a:t>
            </a:r>
          </a:p>
          <a:p>
            <a:r>
              <a:t>Revenue contribution by customer segment</a:t>
            </a:r>
          </a:p>
          <a:p>
            <a:r>
              <a:t>Behavioral analysis using RFM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 3: Sales Forecasting (ML)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of actual vs forecasted sales</a:t>
            </a:r>
          </a:p>
          <a:p>
            <a:r>
              <a:t>Visualization of forecast confidence intervals</a:t>
            </a:r>
          </a:p>
          <a:p>
            <a:r>
              <a:t>Supports future planning and demand forecasting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Identifies high-value customers for targeted strategies</a:t>
            </a:r>
          </a:p>
          <a:p>
            <a:r>
              <a:t>Improves demand planning through predictive analytics</a:t>
            </a:r>
          </a:p>
          <a:p>
            <a:r>
              <a:t>Provides a scalable BI framework for decision-makers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an end-to-end BI + ML analytics solution</a:t>
            </a:r>
          </a:p>
          <a:p>
            <a:r>
              <a:t>Combined data engineering, machine learning, and visualization</a:t>
            </a:r>
          </a:p>
          <a:p>
            <a:r>
              <a:t>Project demonstrates real-world data science and BI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42</TotalTime>
  <Words>327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Retail Sales Intelligence Dashboard (BI + Machine Learning)</vt:lpstr>
      <vt:lpstr>Project Overview</vt:lpstr>
      <vt:lpstr>Data Source</vt:lpstr>
      <vt:lpstr>ETL Pipeline</vt:lpstr>
      <vt:lpstr>Database Design</vt:lpstr>
      <vt:lpstr>Machine Learning: Customer Segmentation</vt:lpstr>
      <vt:lpstr>Machine Learning: Sales Forecasting</vt:lpstr>
      <vt:lpstr>Dashboard Page 1: Executive Sales Overview</vt:lpstr>
      <vt:lpstr>Dashboard Page 2: Customer Segmentation (ML)</vt:lpstr>
      <vt:lpstr>Dashboard Page 3: Sales Forecasting (ML)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Nazina .N</cp:lastModifiedBy>
  <cp:revision>2</cp:revision>
  <dcterms:created xsi:type="dcterms:W3CDTF">2013-01-27T09:14:16Z</dcterms:created>
  <dcterms:modified xsi:type="dcterms:W3CDTF">2025-12-16T09:17:07Z</dcterms:modified>
  <cp:category/>
</cp:coreProperties>
</file>